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1347745b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1347745b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1347745b0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1347745b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1347745b0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1347745b0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1347745b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1347745b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1347745b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1347745b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1347745b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1347745b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1347745b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1347745b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1347745b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1347745b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1347745b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1347745b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1347745b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1347745b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1347745b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1347745b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1347745b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1347745b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1347745b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1347745b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1347745b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1347745b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1347745b0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1347745b0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1347745b0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1347745b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1347745b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1347745b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 y ventas de retail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Pedro Rupin Guti</a:t>
            </a:r>
            <a:r>
              <a:rPr lang="es"/>
              <a:t>érrez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Segmentaci</a:t>
            </a:r>
            <a:r>
              <a:rPr lang="es"/>
              <a:t>ón del análisis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 clasificaron las edades en joven (18 - 40 años), </a:t>
            </a:r>
            <a:r>
              <a:rPr lang="es"/>
              <a:t>Adulto</a:t>
            </a:r>
            <a:r>
              <a:rPr lang="es"/>
              <a:t> joven (40 - 60) y Adulto (40 - 60)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 analizar</a:t>
            </a:r>
            <a:r>
              <a:rPr lang="es"/>
              <a:t>á la distribución de las ventas (monto total) de cada categoría, por rango de edad y género.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 buscarán posibles correlaciones entre las variables, realizando segmentaciones por tramos de montos de ventas y de edad de los compradores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</a:t>
            </a:r>
            <a:r>
              <a:rPr lang="es"/>
              <a:t>ó</a:t>
            </a:r>
            <a:r>
              <a:rPr lang="es"/>
              <a:t>n de los datos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ID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(Entero): Identificador único para cada transacción.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(Fecha): Fecha en la que se realizó la transacción (formato AAAA-MM-DD).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ID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(Cadena): Identificador único para cada cliente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(Cadena): Género del cliente (valores: 'Male', 'Female').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(Entero): Edad del cliente (rango observado: 18 a 64 años).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Category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(Cadena): Categoría del producto comprado (valores: 'Beauty', 'Clothing', 'Electronics').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(Entero): Cantidad de productos comprados en la transacción (rango: 1 a 4).</a:t>
            </a:r>
            <a:endParaRPr sz="132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 de los datos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Price per Unit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(Entero): Precio por unidad del producto (valores observados: 25, 30, 50, 300, 500).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Amount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(Entero): Monto total de la transacción (Quantity * Price per Unit).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total_bruto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(Flotante): Monto total bruto, calculado con un impuesto adicional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total_bruto_norm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(Flotante): Monto bruto normalizado (rango: 0.0 a 1.0)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Clasifica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(Cadena): Clasificación de la transacción .Baja:</a:t>
            </a:r>
            <a:r>
              <a:rPr lang="es"/>
              <a:t>(0 - 700 USD), Media (700 - 1400) y Alta (1400 - 2000)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Desviacion</a:t>
            </a:r>
            <a:r>
              <a:rPr lang="es" sz="12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(Flotante): Desviación del monto total respecto de su media.</a:t>
            </a:r>
            <a:endParaRPr sz="12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3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Belleza</a:t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700" y="1425075"/>
            <a:ext cx="4921868" cy="30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6317275" y="1651500"/>
            <a:ext cx="23211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Gran concentración en los primeros segmentos, con brusco descenso para el último.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medida que aumenta la edad, aumenta el interés masculino por productos de este rubro.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Vestuario</a:t>
            </a:r>
            <a:endParaRPr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5855675" y="1990725"/>
            <a:ext cx="2469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Gran concentración en los primeros segmentos, con brusco descenso para el último.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Interesante inversión en cuanto a género, desde el primer tramo de edad. </a:t>
            </a:r>
            <a:endParaRPr/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504200"/>
            <a:ext cx="4921868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Electr</a:t>
            </a:r>
            <a:r>
              <a:rPr lang="es"/>
              <a:t>ónica</a:t>
            </a:r>
            <a:endParaRPr/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411875"/>
            <a:ext cx="4921868" cy="30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5855675" y="1762125"/>
            <a:ext cx="2469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Gran concentración en los primeros segmentos, con descenso para el último.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Destaca en lo anterior la mayor cantidad de ventas para hombres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Interesante inversión en cuanto a género, desde el primer tramo de edad.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Correlaciones</a:t>
            </a:r>
            <a:endParaRPr/>
          </a:p>
        </p:txBody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819150" y="4000900"/>
            <a:ext cx="7505700" cy="3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lang="es" sz="1402"/>
              <a:t>Seleccionamos solo estas variables num</a:t>
            </a:r>
            <a:r>
              <a:rPr lang="es" sz="1402"/>
              <a:t>éricas</a:t>
            </a:r>
            <a:r>
              <a:rPr lang="es" sz="1402"/>
              <a:t>, ya que las otras dependen de estas y por ende es redundante.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lang="es" sz="1402"/>
              <a:t>No hay correlaciones significativas</a:t>
            </a:r>
            <a:endParaRPr sz="1402"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275" y="1437550"/>
            <a:ext cx="7325451" cy="241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Correlaciones de Pearson - rangos de ventas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 clasificaron las ventas en baja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 analizará la distribución de las ventas (monto total) de cada categoría, por rango de edad y género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75" y="657204"/>
            <a:ext cx="8172450" cy="269079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773700" y="3653200"/>
            <a:ext cx="7596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mayor rango de ventas, se observa que aumenta la correlación entre la cantidad y el monto total, hasta hacerse perfecta para el rango de ventas altas.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→ dado que las ventas altas son menos, esto puede distorsionarse por falta de datos.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Separando por G</a:t>
            </a:r>
            <a:r>
              <a:rPr lang="es"/>
              <a:t>énero</a:t>
            </a:r>
            <a:endParaRPr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819150" y="45815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Al separar por g</a:t>
            </a:r>
            <a:r>
              <a:rPr lang="es"/>
              <a:t>énero para analizar las correlaciones, no se observan valores significativos</a:t>
            </a:r>
            <a:endParaRPr/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75" y="1451425"/>
            <a:ext cx="8380550" cy="282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Segmentaci</a:t>
            </a:r>
            <a:r>
              <a:rPr lang="es"/>
              <a:t>ón por Género y Producto</a:t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819150" y="42005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No se aprecian correlaciones significativas para los hombres.</a:t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495400"/>
            <a:ext cx="8670676" cy="23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Segmentación por Género y Producto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819150" y="42005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No se aprecian correlaciones significativas para las mujeres.</a:t>
            </a:r>
            <a:endParaRPr/>
          </a:p>
        </p:txBody>
      </p:sp>
      <p:pic>
        <p:nvPicPr>
          <p:cNvPr id="208" name="Google Shape;2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75" y="1676401"/>
            <a:ext cx="8442725" cy="23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819150" y="312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Segmentaci</a:t>
            </a:r>
            <a:r>
              <a:rPr lang="es"/>
              <a:t>ón por género, producto y tramo de edad - Hombres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5288575" y="1347750"/>
            <a:ext cx="336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Observamos ahora un leve aumento de la correlaci</a:t>
            </a:r>
            <a:r>
              <a:rPr lang="es"/>
              <a:t>ón en la categoría Joven, para los hombres, entre la cantidad de la venta (Quantity) y el monto total. No alcanza a ser un valor significativo.</a:t>
            </a:r>
            <a:endParaRPr/>
          </a:p>
        </p:txBody>
      </p:sp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" y="1334925"/>
            <a:ext cx="4239377" cy="35640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26"/>
          <p:cNvCxnSpPr/>
          <p:nvPr/>
        </p:nvCxnSpPr>
        <p:spPr>
          <a:xfrm flipH="1">
            <a:off x="5209550" y="4668725"/>
            <a:ext cx="1252800" cy="26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819150" y="312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Segmentación por género, producto y tramo de edad - Mujeres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5288575" y="1347750"/>
            <a:ext cx="336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Observamos ahora una fuerte correlaci</a:t>
            </a:r>
            <a:r>
              <a:rPr lang="es"/>
              <a:t>ón</a:t>
            </a:r>
            <a:r>
              <a:rPr lang="es"/>
              <a:t> de la correlación en la categoría Joven, para las mujeres, en el rubro electr</a:t>
            </a:r>
            <a:r>
              <a:rPr lang="es"/>
              <a:t>ónica, </a:t>
            </a:r>
            <a:r>
              <a:rPr lang="es"/>
              <a:t>entre la cantidad de la venta (Quantity) y el monto total.</a:t>
            </a:r>
            <a:endParaRPr/>
          </a:p>
        </p:txBody>
      </p:sp>
      <p:pic>
        <p:nvPicPr>
          <p:cNvPr id="223" name="Google Shape;2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950" y="1266800"/>
            <a:ext cx="4248249" cy="35718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/>
        </p:nvSpPr>
        <p:spPr>
          <a:xfrm>
            <a:off x="1806825" y="3534500"/>
            <a:ext cx="1701300" cy="13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idx="1" type="body"/>
          </p:nvPr>
        </p:nvSpPr>
        <p:spPr>
          <a:xfrm>
            <a:off x="5987550" y="1002325"/>
            <a:ext cx="2337300" cy="3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Verificamos la correlaci</a:t>
            </a:r>
            <a:r>
              <a:rPr lang="es"/>
              <a:t>ón positiva indicada anteriormente</a:t>
            </a:r>
            <a:endParaRPr/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75" y="580300"/>
            <a:ext cx="5682750" cy="4233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Observaciones finales - Recomendaciones</a:t>
            </a:r>
            <a:endParaRPr/>
          </a:p>
        </p:txBody>
      </p:sp>
      <p:sp>
        <p:nvSpPr>
          <p:cNvPr id="236" name="Google Shape;236;p29"/>
          <p:cNvSpPr txBox="1"/>
          <p:nvPr>
            <p:ph idx="1" type="body"/>
          </p:nvPr>
        </p:nvSpPr>
        <p:spPr>
          <a:xfrm>
            <a:off x="819150" y="1529850"/>
            <a:ext cx="7505700" cy="29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Fidelizar a la clientela femenina de </a:t>
            </a:r>
            <a:r>
              <a:rPr lang="es"/>
              <a:t>artículos</a:t>
            </a:r>
            <a:r>
              <a:rPr lang="es"/>
              <a:t> de belleza, que representan los mayores montos, sin descuidar a los hombres.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Prestar atenci</a:t>
            </a:r>
            <a:r>
              <a:rPr lang="es"/>
              <a:t>ón, en este rubro, a los hombres mayores. Podría ser una oportunidad de crecimiento.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 manera general, prestar atención a la gran diferencia entre los montos de las ventas que existen para tramo de edad de Adultos (mayores). Se recomiendan estrategias que puedan ayudar a aumentar estos montos, quizás con ofertas dirigidas.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En el rubro electrónica, prestar atención a la baja en las compras de mujeres, del tramo mayor de edad. Por la naturaleza del rubro, puede requerir atención especial (ofertas de soporte, por ejemplo)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La correlación importante observada es difícil de interpretar, ya que no tenemos información específica de los productos que se trata, y que puedan motivar compras de más artículos.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Observaciones finales - Recomendaciones</a:t>
            </a:r>
            <a:endParaRPr/>
          </a:p>
        </p:txBody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819150" y="1529850"/>
            <a:ext cx="7505700" cy="29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Es fundamental tener m</a:t>
            </a:r>
            <a:r>
              <a:rPr lang="es"/>
              <a:t>ás información sobre la naturaleza de los productos vendidos, y a qué corresponden los registros.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