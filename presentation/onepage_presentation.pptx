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3.svg" ContentType="image/svg"/>
  <Override PartName="/ppt/media/image6.png" ContentType="image/png"/>
  <Override PartName="/ppt/media/image2.png" ContentType="image/png"/>
  <Override PartName="/ppt/media/image4.jpeg" ContentType="image/jpeg"/>
  <Override PartName="/ppt/media/image5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8" r:id="rId6"/>
    <p:sldMasterId id="2147483661" r:id="rId7"/>
    <p:sldMasterId id="2147483664" r:id="rId8"/>
    <p:sldMasterId id="2147483667" r:id="rId9"/>
    <p:sldMasterId id="2147483670" r:id="rId10"/>
  </p:sld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526616-E0C8-428D-BEC0-4F8DF7B590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576204-AE02-42EA-89E1-7AF694C6EF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849F7F-E1C0-468B-B7FE-D300A65BC4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11BEA87-366B-4E0A-A9DF-5D7D19F375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8263A4F-1B0F-4067-8B60-D70A1A6B6D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6CA45B8-3257-4A7D-AFB7-82BE8E75AE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51DBD21-DAFC-4FA3-AD02-8B3768E3F2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F0E379B-A325-4F47-8A0B-BC3E672047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552F069-3F61-45F4-BFB1-62D004EF83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FCA7F9C-94BD-4243-9356-D7791DF6EC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EC84A48-C10F-441B-8580-8159AFD58D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EE36DD8-9BE4-4E9A-B96E-2653AE60F7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EEA70CA-FBCD-45D0-AC9E-88B861C88D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D9C2B6B-2C04-422A-8F59-418320D13B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AC42A54-3383-401D-A507-97CBFD1BC2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5" Type="http://schemas.openxmlformats.org/officeDocument/2006/relationships/image" Target="../media/image3.svg"/><Relationship Id="rId16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4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image" Target="../media/image1.jpeg"/><Relationship Id="rId18" Type="http://schemas.openxmlformats.org/officeDocument/2006/relationships/image" Target="../media/image1.jpeg"/><Relationship Id="rId19" Type="http://schemas.openxmlformats.org/officeDocument/2006/relationships/image" Target="../media/image1.jpeg"/><Relationship Id="rId20" Type="http://schemas.openxmlformats.org/officeDocument/2006/relationships/image" Target="../media/image1.jpeg"/><Relationship Id="rId21" Type="http://schemas.openxmlformats.org/officeDocument/2006/relationships/image" Target="../media/image1.jpeg"/><Relationship Id="rId22" Type="http://schemas.openxmlformats.org/officeDocument/2006/relationships/image" Target="../media/image1.jpeg"/><Relationship Id="rId23" Type="http://schemas.openxmlformats.org/officeDocument/2006/relationships/image" Target="../media/image1.jpeg"/><Relationship Id="rId24" Type="http://schemas.openxmlformats.org/officeDocument/2006/relationships/image" Target="../media/image1.jpeg"/><Relationship Id="rId25" Type="http://schemas.openxmlformats.org/officeDocument/2006/relationships/image" Target="../media/image1.jpeg"/><Relationship Id="rId26" Type="http://schemas.openxmlformats.org/officeDocument/2006/relationships/slideLayout" Target="../slideLayouts/slideLayout13.xml"/><Relationship Id="rId27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000" y="4114800"/>
            <a:ext cx="9144000" cy="95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Pulse para </a:t>
            </a: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editar el </a:t>
            </a: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formato </a:t>
            </a: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del texto </a:t>
            </a: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de título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</a:t>
            </a: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</a:t>
            </a: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2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7E63AA12-9430-4F78-97C6-5627769EFFBF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"/>
          <p:cNvGrpSpPr/>
          <p:nvPr/>
        </p:nvGrpSpPr>
        <p:grpSpPr>
          <a:xfrm>
            <a:off x="8540280" y="5065920"/>
            <a:ext cx="1280520" cy="914760"/>
            <a:chOff x="8540280" y="5065920"/>
            <a:chExt cx="1280520" cy="914760"/>
          </a:xfrm>
        </p:grpSpPr>
        <p:grpSp>
          <p:nvGrpSpPr>
            <p:cNvPr id="30" name=""/>
            <p:cNvGrpSpPr/>
            <p:nvPr/>
          </p:nvGrpSpPr>
          <p:grpSpPr>
            <a:xfrm>
              <a:off x="8540280" y="5065920"/>
              <a:ext cx="1280520" cy="914760"/>
              <a:chOff x="8540280" y="5065920"/>
              <a:chExt cx="1280520" cy="914760"/>
            </a:xfrm>
          </p:grpSpPr>
          <p:sp>
            <p:nvSpPr>
              <p:cNvPr id="31" name=""/>
              <p:cNvSpPr/>
              <p:nvPr/>
            </p:nvSpPr>
            <p:spPr>
              <a:xfrm flipV="1" rot="21598800">
                <a:off x="9637560" y="5431680"/>
                <a:ext cx="182880" cy="182880"/>
              </a:xfrm>
              <a:prstGeom prst="ellipse">
                <a:avLst/>
              </a:prstGeom>
              <a:blipFill rotWithShape="0">
                <a:blip r:embed="rId2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flipV="1" rot="21598800">
                <a:off x="9271800" y="5431680"/>
                <a:ext cx="182880" cy="182880"/>
              </a:xfrm>
              <a:prstGeom prst="ellipse">
                <a:avLst/>
              </a:prstGeom>
              <a:blipFill rotWithShape="0">
                <a:blip r:embed="rId3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flipV="1" rot="21598800">
                <a:off x="8906400" y="5431680"/>
                <a:ext cx="182880" cy="182880"/>
              </a:xfrm>
              <a:prstGeom prst="ellipse">
                <a:avLst/>
              </a:prstGeom>
              <a:blipFill rotWithShape="0">
                <a:blip r:embed="rId4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flipV="1" rot="21598800">
                <a:off x="8540280" y="5432040"/>
                <a:ext cx="182880" cy="182880"/>
              </a:xfrm>
              <a:prstGeom prst="ellipse">
                <a:avLst/>
              </a:prstGeom>
              <a:blipFill rotWithShape="0">
                <a:blip r:embed="rId5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flipV="1" rot="21598800">
                <a:off x="8540280" y="5065920"/>
                <a:ext cx="182880" cy="182880"/>
              </a:xfrm>
              <a:prstGeom prst="ellipse">
                <a:avLst/>
              </a:prstGeom>
              <a:blipFill rotWithShape="0">
                <a:blip r:embed="rId6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flipV="1" rot="21598800">
                <a:off x="8906040" y="5065920"/>
                <a:ext cx="182880" cy="182880"/>
              </a:xfrm>
              <a:prstGeom prst="ellipse">
                <a:avLst/>
              </a:prstGeom>
              <a:blipFill rotWithShape="0">
                <a:blip r:embed="rId7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flipV="1" rot="21598800">
                <a:off x="9271800" y="5066280"/>
                <a:ext cx="182880" cy="182880"/>
              </a:xfrm>
              <a:prstGeom prst="ellipse">
                <a:avLst/>
              </a:prstGeom>
              <a:blipFill rotWithShape="0">
                <a:blip r:embed="rId8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flipV="1" rot="21598800">
                <a:off x="9637920" y="5065920"/>
                <a:ext cx="182880" cy="182880"/>
              </a:xfrm>
              <a:prstGeom prst="ellipse">
                <a:avLst/>
              </a:prstGeom>
              <a:blipFill rotWithShape="0">
                <a:blip r:embed="rId9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flipV="1" rot="21598800">
                <a:off x="9637560" y="5797440"/>
                <a:ext cx="182880" cy="182880"/>
              </a:xfrm>
              <a:prstGeom prst="ellipse">
                <a:avLst/>
              </a:prstGeom>
              <a:blipFill rotWithShape="0">
                <a:blip r:embed="rId10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flipV="1" rot="21598800">
                <a:off x="9272160" y="5797800"/>
                <a:ext cx="182880" cy="182880"/>
              </a:xfrm>
              <a:prstGeom prst="ellipse">
                <a:avLst/>
              </a:prstGeom>
              <a:blipFill rotWithShape="0">
                <a:blip r:embed="rId11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flipV="1" rot="21598800">
                <a:off x="8906040" y="5797440"/>
                <a:ext cx="182880" cy="182880"/>
              </a:xfrm>
              <a:prstGeom prst="ellipse">
                <a:avLst/>
              </a:prstGeom>
              <a:blipFill rotWithShape="0">
                <a:blip r:embed="rId12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flipV="1" rot="21598800">
                <a:off x="8540280" y="5797440"/>
                <a:ext cx="182880" cy="182880"/>
              </a:xfrm>
              <a:prstGeom prst="ellipse">
                <a:avLst/>
              </a:prstGeom>
              <a:blipFill rotWithShape="0">
                <a:blip r:embed="rId13"/>
                <a:srcRect/>
                <a:tile tx="0" ty="0" sx="74822" sy="74822" algn="ctr"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endParaRPr b="0" lang="es-CL" sz="1800" spc="-1" strike="noStrike">
                  <a:solidFill>
                    <a:srgbClr val="000000"/>
                  </a:solidFill>
                  <a:latin typeface="Noto Sans"/>
                </a:endParaRPr>
              </a:p>
            </p:txBody>
          </p:sp>
        </p:grpSp>
      </p:grpSp>
      <p:sp>
        <p:nvSpPr>
          <p:cNvPr id="43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5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Pulse para editar el formato del texto de título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4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AF3B61F9-0F60-4AE5-BB87-D714AEAB5FA5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1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55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61" name=""/>
          <p:cNvSpPr/>
          <p:nvPr/>
        </p:nvSpPr>
        <p:spPr>
          <a:xfrm flipH="1" flipV="1">
            <a:off x="1462680" y="-1554480"/>
            <a:ext cx="457200" cy="2560320"/>
          </a:xfrm>
          <a:prstGeom prst="rect">
            <a:avLst/>
          </a:prstGeom>
          <a:blipFill rotWithShape="0">
            <a:blip r:embed="rId5"/>
            <a:srcRect/>
            <a:tile tx="0" ty="0" sx="74822" sy="74822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2" name=""/>
          <p:cNvSpPr/>
          <p:nvPr/>
        </p:nvSpPr>
        <p:spPr>
          <a:xfrm flipH="1" flipV="1">
            <a:off x="639720" y="-365400"/>
            <a:ext cx="457200" cy="2560320"/>
          </a:xfrm>
          <a:prstGeom prst="rect">
            <a:avLst/>
          </a:prstGeom>
          <a:blipFill rotWithShape="0">
            <a:blip r:embed="rId6"/>
            <a:srcRect/>
            <a:tile tx="0" ty="0" sx="74822" sy="74822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3" name=""/>
          <p:cNvSpPr/>
          <p:nvPr/>
        </p:nvSpPr>
        <p:spPr>
          <a:xfrm flipH="1" flipV="1">
            <a:off x="274320" y="548640"/>
            <a:ext cx="128016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4" name=""/>
          <p:cNvSpPr/>
          <p:nvPr/>
        </p:nvSpPr>
        <p:spPr>
          <a:xfrm flipH="1" flipV="1">
            <a:off x="822960" y="365760"/>
            <a:ext cx="91440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5" name=""/>
          <p:cNvSpPr/>
          <p:nvPr/>
        </p:nvSpPr>
        <p:spPr>
          <a:xfrm flipH="1" flipV="1">
            <a:off x="274320" y="182880"/>
            <a:ext cx="91440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6" name=""/>
          <p:cNvSpPr/>
          <p:nvPr/>
        </p:nvSpPr>
        <p:spPr>
          <a:xfrm flipH="1" flipV="1">
            <a:off x="2194560" y="-2103120"/>
            <a:ext cx="457200" cy="2560320"/>
          </a:xfrm>
          <a:prstGeom prst="rect">
            <a:avLst/>
          </a:prstGeom>
          <a:blipFill rotWithShape="0">
            <a:blip r:embed="rId7"/>
            <a:srcRect/>
            <a:tile tx="0" ty="0" sx="74822" sy="74822" algn="ctr"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7" name=""/>
          <p:cNvSpPr/>
          <p:nvPr/>
        </p:nvSpPr>
        <p:spPr>
          <a:xfrm>
            <a:off x="3474720" y="2560320"/>
            <a:ext cx="2743200" cy="2743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 u="wavyHeavy">
                <a:solidFill>
                  <a:srgbClr val="000000"/>
                </a:solidFill>
                <a:uFillTx/>
                <a:latin typeface="Noto Sans"/>
              </a:rPr>
              <a:t>Pulse para editar el formato del texto de título</a:t>
            </a: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A12D5F5F-0945-4141-AD98-FA56C18EBAD9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8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8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9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0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1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82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83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Pulse para editar el formato del texto de título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9FE78543-3987-47B1-84D7-A1D599CD0C98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  <p:sldLayoutId id="2147483657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2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3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95" name=""/>
          <p:cNvGrpSpPr/>
          <p:nvPr/>
        </p:nvGrpSpPr>
        <p:grpSpPr>
          <a:xfrm>
            <a:off x="3918240" y="1136520"/>
            <a:ext cx="2433600" cy="4339080"/>
            <a:chOff x="3918240" y="1136520"/>
            <a:chExt cx="2433600" cy="4339080"/>
          </a:xfrm>
        </p:grpSpPr>
        <p:sp>
          <p:nvSpPr>
            <p:cNvPr id="96" name=""/>
            <p:cNvSpPr/>
            <p:nvPr/>
          </p:nvSpPr>
          <p:spPr>
            <a:xfrm flipH="1" flipV="1" rot="5330400">
              <a:off x="4853880" y="37389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7" name=""/>
            <p:cNvSpPr/>
            <p:nvPr/>
          </p:nvSpPr>
          <p:spPr>
            <a:xfrm flipH="1" flipV="1" rot="5330400">
              <a:off x="4023360" y="2700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 flipV="1" rot="5330400">
              <a:off x="4920480" y="243648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330400">
              <a:off x="3977280" y="13428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330400">
              <a:off x="4911480" y="11048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330400">
              <a:off x="4032000" y="40431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Pulse para editar el formato del texto de título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838118C4-21E8-4A32-B361-D4952F685BC2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  <p:sldLayoutId id="2147483660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0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1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12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13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14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5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Pulse para editar el formato del texto de título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976D758A-D145-43A9-8E54-E26CF0E09CD8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"/>
          <p:cNvGrpSpPr/>
          <p:nvPr/>
        </p:nvGrpSpPr>
        <p:grpSpPr>
          <a:xfrm>
            <a:off x="2982960" y="1585440"/>
            <a:ext cx="5982480" cy="3150000"/>
            <a:chOff x="2982960" y="1585440"/>
            <a:chExt cx="5982480" cy="3150000"/>
          </a:xfrm>
        </p:grpSpPr>
        <p:sp>
          <p:nvSpPr>
            <p:cNvPr id="127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9" name=""/>
            <p:cNvSpPr txBox="1"/>
            <p:nvPr/>
          </p:nvSpPr>
          <p:spPr>
            <a:xfrm>
              <a:off x="3844800" y="176832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s-CL" sz="8000" spc="-1" strike="noStrike">
                  <a:solidFill>
                    <a:srgbClr val="000000"/>
                  </a:solidFill>
                  <a:latin typeface="Noto Sans"/>
                </a:rPr>
                <a:t>“</a:t>
              </a:r>
              <a:endParaRPr b="0" lang="es-CL" sz="80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0" name=""/>
            <p:cNvSpPr txBox="1"/>
            <p:nvPr/>
          </p:nvSpPr>
          <p:spPr>
            <a:xfrm>
              <a:off x="7868160" y="3399840"/>
              <a:ext cx="1097280" cy="1335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s-CL" sz="7200" spc="-1" strike="noStrike">
                  <a:solidFill>
                    <a:srgbClr val="000000"/>
                  </a:solidFill>
                  <a:latin typeface="Noto Sans"/>
                </a:rPr>
                <a:t>”</a:t>
              </a:r>
              <a:endParaRPr b="0" lang="es-CL" sz="72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32" name=""/>
          <p:cNvGrpSpPr/>
          <p:nvPr/>
        </p:nvGrpSpPr>
        <p:grpSpPr>
          <a:xfrm>
            <a:off x="-2094120" y="-402480"/>
            <a:ext cx="4946760" cy="8521920"/>
            <a:chOff x="-2094120" y="-402480"/>
            <a:chExt cx="4946760" cy="8521920"/>
          </a:xfrm>
        </p:grpSpPr>
        <p:sp>
          <p:nvSpPr>
            <p:cNvPr id="133" name=""/>
            <p:cNvSpPr/>
            <p:nvPr/>
          </p:nvSpPr>
          <p:spPr>
            <a:xfrm>
              <a:off x="-893160" y="4486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 rot="5358000">
              <a:off x="-897480" y="5153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-228960" y="5161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6" name=""/>
            <p:cNvSpPr/>
            <p:nvPr/>
          </p:nvSpPr>
          <p:spPr>
            <a:xfrm rot="5358000">
              <a:off x="-219960" y="4488840"/>
              <a:ext cx="1068480" cy="76644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-228960" y="3826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 rot="5358000">
              <a:off x="-1586160" y="44946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9" name=""/>
            <p:cNvSpPr/>
            <p:nvPr/>
          </p:nvSpPr>
          <p:spPr>
            <a:xfrm rot="5358000">
              <a:off x="-2238480" y="5170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0" name=""/>
            <p:cNvSpPr/>
            <p:nvPr/>
          </p:nvSpPr>
          <p:spPr>
            <a:xfrm rot="5358000">
              <a:off x="-897120" y="3821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1" name=""/>
            <p:cNvSpPr/>
            <p:nvPr/>
          </p:nvSpPr>
          <p:spPr>
            <a:xfrm rot="5358000">
              <a:off x="-222120" y="3154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455040" y="4477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 rot="5358000">
              <a:off x="470520" y="3821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1158840" y="5170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-1561680" y="5162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 rot="5358000">
              <a:off x="461520" y="5170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 flipH="1" rot="16242000">
              <a:off x="-232200" y="1793880"/>
              <a:ext cx="1068840" cy="766440"/>
            </a:xfrm>
            <a:custGeom>
              <a:avLst/>
              <a:gdLst>
                <a:gd name="textAreaLeft" fmla="*/ 276840 w 1068840"/>
                <a:gd name="textAreaRight" fmla="*/ 79164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 flipH="1" rot="16242000">
              <a:off x="419760" y="2469960"/>
              <a:ext cx="1068840" cy="766440"/>
            </a:xfrm>
            <a:custGeom>
              <a:avLst/>
              <a:gdLst>
                <a:gd name="textAreaLeft" fmla="*/ 276840 w 1068840"/>
                <a:gd name="textAreaRight" fmla="*/ 79164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flipH="1">
              <a:off x="-246600" y="2462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>
              <a:off x="1107720" y="1135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 rot="5358000">
              <a:off x="1103040" y="18018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rot="5358000">
              <a:off x="414360" y="11430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39200" y="1811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423720" y="451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 rot="5358000">
              <a:off x="-246600" y="43884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 rot="5358000">
              <a:off x="434880" y="-24624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1779480" y="1794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1106280" y="-257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-908280" y="17906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6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 rot="5358000">
              <a:off x="-245880" y="582516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427320" y="58539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7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-236880" y="6494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 rot="5358000">
              <a:off x="-929880" y="650196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4" name=""/>
            <p:cNvSpPr/>
            <p:nvPr/>
          </p:nvSpPr>
          <p:spPr>
            <a:xfrm rot="5358000">
              <a:off x="-246600" y="7197120"/>
              <a:ext cx="1068480" cy="76644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165" name=""/>
            <p:cNvSpPr/>
            <p:nvPr/>
          </p:nvSpPr>
          <p:spPr>
            <a:xfrm rot="5358000">
              <a:off x="426600" y="651852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1103400" y="6530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CL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</p:grpSp>
      <p:sp>
        <p:nvSpPr>
          <p:cNvPr id="167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rIns="108360" tIns="63360" bIns="6336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8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69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Pulse para editar el formato del texto de título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5308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2140F1B6-69CA-4BAA-BAD3-86BA5D933F66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8"/>
    <p:sldLayoutId id="2147483666" r:id="rId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78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grpSp>
        <p:nvGrpSpPr>
          <p:cNvPr id="179" name=""/>
          <p:cNvGrpSpPr/>
          <p:nvPr/>
        </p:nvGrpSpPr>
        <p:grpSpPr>
          <a:xfrm>
            <a:off x="-147600" y="-296280"/>
            <a:ext cx="915840" cy="1281240"/>
            <a:chOff x="-147600" y="-296280"/>
            <a:chExt cx="915840" cy="1281240"/>
          </a:xfrm>
        </p:grpSpPr>
        <p:sp>
          <p:nvSpPr>
            <p:cNvPr id="180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 flipV="1" rot="5395800">
              <a:off x="217800" y="-2959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 flipV="1" rot="5395800">
              <a:off x="583920" y="-2962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0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 flipV="1" rot="5395800">
              <a:off x="-147240" y="-29556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grpSp>
        <p:nvGrpSpPr>
          <p:cNvPr id="192" name=""/>
          <p:cNvGrpSpPr/>
          <p:nvPr/>
        </p:nvGrpSpPr>
        <p:grpSpPr>
          <a:xfrm>
            <a:off x="9545040" y="4645800"/>
            <a:ext cx="915840" cy="1281240"/>
            <a:chOff x="9545040" y="4645800"/>
            <a:chExt cx="915840" cy="1281240"/>
          </a:xfrm>
        </p:grpSpPr>
        <p:sp>
          <p:nvSpPr>
            <p:cNvPr id="193" name=""/>
            <p:cNvSpPr/>
            <p:nvPr/>
          </p:nvSpPr>
          <p:spPr>
            <a:xfrm flipV="1" rot="5395800">
              <a:off x="9911880" y="574308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4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5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6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 flipV="1" rot="5395800">
              <a:off x="10276560" y="4645440"/>
              <a:ext cx="182880" cy="182880"/>
            </a:xfrm>
            <a:prstGeom prst="ellipse">
              <a:avLst/>
            </a:prstGeom>
            <a:blipFill rotWithShape="0">
              <a:blip r:embed="rId1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8" name=""/>
            <p:cNvSpPr/>
            <p:nvPr/>
          </p:nvSpPr>
          <p:spPr>
            <a:xfrm flipV="1" rot="5395800">
              <a:off x="10276920" y="5011200"/>
              <a:ext cx="182880" cy="182880"/>
            </a:xfrm>
            <a:prstGeom prst="ellipse">
              <a:avLst/>
            </a:prstGeom>
            <a:blipFill rotWithShape="0">
              <a:blip r:embed="rId1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9" name=""/>
            <p:cNvSpPr/>
            <p:nvPr/>
          </p:nvSpPr>
          <p:spPr>
            <a:xfrm flipV="1" rot="5395800">
              <a:off x="10276920" y="5376960"/>
              <a:ext cx="182880" cy="182880"/>
            </a:xfrm>
            <a:prstGeom prst="ellipse">
              <a:avLst/>
            </a:prstGeom>
            <a:blipFill rotWithShape="0">
              <a:blip r:embed="rId2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0" name=""/>
            <p:cNvSpPr/>
            <p:nvPr/>
          </p:nvSpPr>
          <p:spPr>
            <a:xfrm flipV="1" rot="5395800">
              <a:off x="10277640" y="5743080"/>
              <a:ext cx="182880" cy="182880"/>
            </a:xfrm>
            <a:prstGeom prst="ellipse">
              <a:avLst/>
            </a:prstGeom>
            <a:blipFill rotWithShape="0">
              <a:blip r:embed="rId2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1" name=""/>
            <p:cNvSpPr/>
            <p:nvPr/>
          </p:nvSpPr>
          <p:spPr>
            <a:xfrm flipV="1" rot="5395800">
              <a:off x="9546120" y="5743440"/>
              <a:ext cx="182880" cy="182880"/>
            </a:xfrm>
            <a:prstGeom prst="ellipse">
              <a:avLst/>
            </a:prstGeom>
            <a:blipFill rotWithShape="0">
              <a:blip r:embed="rId2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2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2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3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2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204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2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s-CL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05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Pulse para editar el formato del texto de título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9BB30DD5-79B0-4941-A700-A3BDEFCD9C51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6"/>
    <p:sldLayoutId id="2147483669" r:id="rId2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5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16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17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18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19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20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Pulse para editar el formato del texto de título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Pulse para editar el formato de texto del esquema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800" spc="-1" strike="noStrike">
                <a:solidFill>
                  <a:srgbClr val="000000"/>
                </a:solidFill>
                <a:latin typeface="Noto Sans"/>
              </a:rPr>
              <a:t>Segundo nivel del esquema</a:t>
            </a:r>
            <a:endParaRPr b="0" lang="es-CL" sz="28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400" spc="-1" strike="noStrike">
                <a:solidFill>
                  <a:srgbClr val="000000"/>
                </a:solidFill>
                <a:latin typeface="Noto Sans"/>
              </a:rPr>
              <a:t>Tercer nivel del esquema</a:t>
            </a:r>
            <a:endParaRPr b="0" lang="es-CL" sz="24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Cuarto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Quinto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Sexto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L" sz="2000" spc="-1" strike="noStrike">
                <a:solidFill>
                  <a:srgbClr val="000000"/>
                </a:solidFill>
                <a:latin typeface="Noto Sans"/>
              </a:rPr>
              <a:t>Séptimo nivel del esquema</a:t>
            </a:r>
            <a:endParaRPr b="0" lang="es-CL" sz="20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&lt;fecha/hora&gt;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s-CL" sz="1400" spc="-1" strike="noStrike">
                <a:solidFill>
                  <a:srgbClr val="000000"/>
                </a:solidFill>
                <a:latin typeface="Noto Sans"/>
              </a:rPr>
              <a:t>&lt;pie de página&gt;</a:t>
            </a:r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L" sz="1400" spc="-1" strike="noStrike">
                <a:solidFill>
                  <a:srgbClr val="000000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4F95C772-CB96-457D-A13B-A5BEE3CC62E0}" type="slidenum">
              <a:rPr b="0" lang="es-CL" sz="1400" spc="-1" strike="noStrike">
                <a:solidFill>
                  <a:srgbClr val="000000"/>
                </a:solidFill>
                <a:latin typeface="Noto Sans"/>
              </a:rPr>
              <a:t>&lt;número&gt;</a:t>
            </a:fld>
            <a:endParaRPr b="0" lang="es-CL" sz="1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 txBox="1"/>
          <p:nvPr/>
        </p:nvSpPr>
        <p:spPr>
          <a:xfrm>
            <a:off x="7315200" y="4629240"/>
            <a:ext cx="2377440" cy="49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CL" sz="1300" spc="-1" strike="noStrike">
                <a:solidFill>
                  <a:srgbClr val="000000"/>
                </a:solidFill>
                <a:latin typeface="Noto Sans"/>
              </a:rPr>
              <a:t>Pedro Rupin Gutiérrez</a:t>
            </a:r>
            <a:endParaRPr b="0" lang="es-CL" sz="1300" spc="-1" strike="noStrike">
              <a:solidFill>
                <a:srgbClr val="000000"/>
              </a:solidFill>
              <a:latin typeface="Noto Sans"/>
            </a:endParaRPr>
          </a:p>
          <a:p>
            <a:pPr>
              <a:lnSpc>
                <a:spcPct val="100000"/>
              </a:lnSpc>
            </a:pPr>
            <a:r>
              <a:rPr b="0" lang="es-CL" sz="1050" spc="-1" strike="noStrike">
                <a:solidFill>
                  <a:srgbClr val="000000"/>
                </a:solidFill>
                <a:latin typeface="Noto Sans"/>
              </a:rPr>
              <a:t>Mayo 2025</a:t>
            </a:r>
            <a:endParaRPr b="0" lang="es-CL" sz="105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182880" y="5198400"/>
            <a:ext cx="1371600" cy="300960"/>
          </a:xfrm>
          <a:prstGeom prst="rect">
            <a:avLst/>
          </a:prstGeom>
          <a:ln w="0">
            <a:noFill/>
          </a:ln>
        </p:spPr>
      </p:pic>
      <p:sp>
        <p:nvSpPr>
          <p:cNvPr id="230" name=""/>
          <p:cNvSpPr/>
          <p:nvPr/>
        </p:nvSpPr>
        <p:spPr>
          <a:xfrm>
            <a:off x="7132320" y="4375440"/>
            <a:ext cx="0" cy="100584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600200" y="3468600"/>
            <a:ext cx="5295600" cy="228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Predicción del género de los clientes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>
                <a:solidFill>
                  <a:srgbClr val="000000"/>
                </a:solidFill>
                <a:latin typeface="Noto Sans"/>
              </a:rPr>
              <a:t>Objetivos del proyecto</a:t>
            </a:r>
            <a:endParaRPr b="1" lang="es-CL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s-CL" sz="3200" spc="-1" strike="noStrike">
                <a:solidFill>
                  <a:srgbClr val="000000"/>
                </a:solidFill>
                <a:latin typeface="Noto Sans"/>
              </a:rPr>
              <a:t>Predecir género de los clientes en base  a sus compras</a:t>
            </a:r>
            <a:endParaRPr b="0" lang="es-CL" sz="3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 txBox="1"/>
          <p:nvPr/>
        </p:nvSpPr>
        <p:spPr>
          <a:xfrm>
            <a:off x="1097280" y="2885400"/>
            <a:ext cx="5852160" cy="153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CL" sz="1600" spc="-1" strike="noStrike">
                <a:solidFill>
                  <a:srgbClr val="999999"/>
                </a:solidFill>
                <a:latin typeface="Noto Sans"/>
              </a:rPr>
              <a:t>Información de compras de clientes, incluyendo género, montos, cantidad de artículos, etc</a:t>
            </a:r>
            <a:endParaRPr b="0" lang="es-CL" sz="16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5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 u="wavyHeavy">
                <a:solidFill>
                  <a:srgbClr val="000000"/>
                </a:solidFill>
                <a:uFillTx/>
                <a:latin typeface="Noto Sans"/>
              </a:rPr>
              <a:t>Descripción de los datos</a:t>
            </a: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 txBox="1"/>
          <p:nvPr/>
        </p:nvSpPr>
        <p:spPr>
          <a:xfrm>
            <a:off x="1097280" y="2885400"/>
            <a:ext cx="5852160" cy="153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CL" sz="1600" spc="-1" strike="noStrike">
                <a:solidFill>
                  <a:srgbClr val="999999"/>
                </a:solidFill>
                <a:latin typeface="Noto Sans"/>
              </a:rPr>
              <a:t>Los datos presentan muy escasas variaciones, sin que se puedan establecer relaciones importantes entre ellos</a:t>
            </a:r>
            <a:endParaRPr b="0" lang="es-CL" sz="16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8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 u="wavyHeavy">
                <a:solidFill>
                  <a:srgbClr val="000000"/>
                </a:solidFill>
                <a:uFillTx/>
                <a:latin typeface="Noto Sans"/>
              </a:rPr>
              <a:t>Hallazgos principales</a:t>
            </a: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 txBox="1"/>
          <p:nvPr/>
        </p:nvSpPr>
        <p:spPr>
          <a:xfrm>
            <a:off x="2067840" y="4767840"/>
            <a:ext cx="5852160" cy="153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CL" sz="1600" spc="-1" strike="noStrike">
                <a:solidFill>
                  <a:srgbClr val="999999"/>
                </a:solidFill>
                <a:latin typeface="Noto Sans"/>
              </a:rPr>
              <a:t>Las matrices de confusión y las curvas ROC muestran la incapacidad de predecir</a:t>
            </a:r>
            <a:endParaRPr b="0" lang="es-CL" sz="16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41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 u="wavyHeavy">
                <a:solidFill>
                  <a:srgbClr val="000000"/>
                </a:solidFill>
                <a:uFillTx/>
                <a:latin typeface="Noto Sans"/>
              </a:rPr>
              <a:t>Visualizaciones clave</a:t>
            </a: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5192640" y="1620000"/>
            <a:ext cx="3447360" cy="258552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2"/>
          <a:stretch/>
        </p:blipFill>
        <p:spPr>
          <a:xfrm rot="12000">
            <a:off x="1561320" y="1418760"/>
            <a:ext cx="2572920" cy="32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 txBox="1"/>
          <p:nvPr/>
        </p:nvSpPr>
        <p:spPr>
          <a:xfrm>
            <a:off x="1347840" y="1620000"/>
            <a:ext cx="7112160" cy="153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CL" sz="1600" spc="-1" strike="noStrike">
                <a:solidFill>
                  <a:srgbClr val="999999"/>
                </a:solidFill>
                <a:latin typeface="Noto Sans"/>
              </a:rPr>
              <a:t>* Explorar nuevos modelos, más complejos o con nuevas técnicas.</a:t>
            </a:r>
            <a:endParaRPr b="0" lang="es-CL" sz="1600" spc="-1" strike="noStrike">
              <a:solidFill>
                <a:srgbClr val="000000"/>
              </a:solidFill>
              <a:latin typeface="Noto Sans"/>
            </a:endParaRPr>
          </a:p>
          <a:p>
            <a:pPr>
              <a:lnSpc>
                <a:spcPct val="100000"/>
              </a:lnSpc>
            </a:pPr>
            <a:r>
              <a:rPr b="0" lang="es-CL" sz="1600" spc="-1" strike="noStrike">
                <a:solidFill>
                  <a:srgbClr val="999999"/>
                </a:solidFill>
                <a:latin typeface="Noto Sans"/>
              </a:rPr>
              <a:t>+ Recopilar datos distintos complementarios, que puedan resultar predictores.</a:t>
            </a:r>
            <a:endParaRPr b="0" lang="es-CL" sz="16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46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s-CL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80000" y="178920"/>
            <a:ext cx="9360000" cy="15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s-CL" sz="4400" spc="-1" strike="noStrike" u="wavyHeavy">
                <a:solidFill>
                  <a:srgbClr val="000000"/>
                </a:solidFill>
                <a:uFillTx/>
                <a:latin typeface="Noto Sans"/>
              </a:rPr>
              <a:t>Conclusiones y recomendaciones</a:t>
            </a:r>
            <a:endParaRPr b="1" lang="es-CL" sz="4400" spc="-1" strike="noStrike" u="wavyHeavy">
              <a:solidFill>
                <a:srgbClr val="000000"/>
              </a:solidFill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2025-05-24T22:13:56Z</dcterms:created>
  <dc:creator/>
  <dc:description>Credits: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es-CL</dc:language>
  <cp:lastModifiedBy/>
  <dcterms:modified xsi:type="dcterms:W3CDTF">2025-05-24T22:22:32Z</dcterms:modified>
  <cp:revision>3</cp:revision>
  <dc:subject/>
  <dc:title>Grey Elegant</dc:title>
</cp:coreProperties>
</file>